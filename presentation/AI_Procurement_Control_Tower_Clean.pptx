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AI Procurement Control Tower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18096"/>
                </a:solidFill>
              </a:rPr>
              <a:t>AI-powered procurement visibility, supplier intelligence, inventory risk monitoring, and automated operations reporting.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748"/>
                </a:solidFill>
              </a:defRPr>
            </a:pPr>
            <a:r>
              <a:t>Real-time procurement monitoring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AI-generated operational insights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Supplier performance analytics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Automated reorder recommendations</a:t>
            </a:r>
          </a:p>
          <a:p>
            <a:pPr>
              <a:defRPr sz="1800">
                <a:solidFill>
                  <a:srgbClr val="2D3748"/>
                </a:solidFill>
              </a:defRPr>
            </a:pPr>
            <a:r>
              <a:t>Executive-ready reporting</a:t>
            </a:r>
          </a:p>
        </p:txBody>
      </p:sp>
      <p:pic>
        <p:nvPicPr>
          <p:cNvPr id="5" name="Picture 4" descr="Picture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280160"/>
            <a:ext cx="6217920" cy="23915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18096"/>
                </a:solidFill>
              </a:rPr>
              <a:t>A unified view of procurement operations and operational risk.</a:t>
            </a:r>
          </a:p>
        </p:txBody>
      </p:sp>
      <p:pic>
        <p:nvPicPr>
          <p:cNvPr id="4" name="Picture 3" descr="Picture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972800" cy="42203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AI Insights &amp; 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18096"/>
                </a:solidFill>
              </a:rPr>
              <a:t>The platform converts operational data into actionable recommendations.</a:t>
            </a:r>
          </a:p>
        </p:txBody>
      </p:sp>
      <p:pic>
        <p:nvPicPr>
          <p:cNvPr id="4" name="Picture 3" descr="Pict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5022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Procurement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18096"/>
                </a:solidFill>
              </a:rPr>
              <a:t>Visual analytics for spend concentration, supplier performance, delayed orders, and inventory risk.</a:t>
            </a:r>
          </a:p>
        </p:txBody>
      </p:sp>
      <p:pic>
        <p:nvPicPr>
          <p:cNvPr id="4" name="Picture 3" descr="Pict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11155680" cy="40761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Detailed Procurement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18096"/>
                </a:solidFill>
              </a:rPr>
              <a:t>Operational transparency through reorder recommendations and inventory details.</a:t>
            </a:r>
          </a:p>
        </p:txBody>
      </p:sp>
      <p:pic>
        <p:nvPicPr>
          <p:cNvPr id="4" name="Picture 3" descr="Pict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45959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1254B"/>
                </a:solidFill>
              </a:rPr>
              <a:t>Automated Executive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18096"/>
                </a:solidFill>
              </a:rPr>
              <a:t>Generate weekly operations reports instantly and distribute them through Slack workflows.</a:t>
            </a:r>
          </a:p>
        </p:txBody>
      </p:sp>
      <p:pic>
        <p:nvPicPr>
          <p:cNvPr id="4" name="Picture 3" descr="Pict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828800"/>
            <a:ext cx="7589520" cy="8367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5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468880"/>
            <a:ext cx="9601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Improves procurement visibility and operational awareness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Accelerates supplier issue detection and follow-up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Supports faster replenishment decisions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Automates executive reporting workflows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Combines AI, analytics, automation, and dashboarding in one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5669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AI Procurement Control Tower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