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AI Procurement Control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AI-powered procurement visibility, KPI reporting, supplier intelligence, and operational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Real-time procurement visibility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AI-generated operational insights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Supplier performance monitoring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Automated KPI and operations reports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Slack automation and scheduling</a:t>
            </a:r>
          </a:p>
        </p:txBody>
      </p:sp>
      <p:pic>
        <p:nvPicPr>
          <p:cNvPr id="5" name="Picture 4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25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Procurement teams often manage operations manually across multiple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Delayed purchase orders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Low inventory visibility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Manual report generation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Slow operational decisions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Difficult supplier tracking</a:t>
            </a:r>
          </a:p>
        </p:txBody>
      </p:sp>
      <p:pic>
        <p:nvPicPr>
          <p:cNvPr id="5" name="Picture 4" descr="Pict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1382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Managers can monitor procurement operations from one unified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Low-stock inventory items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Delayed purchase orders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Procurement spend tracking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Supplier on-time delivery rate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AI-generated insights</a:t>
            </a:r>
          </a:p>
        </p:txBody>
      </p:sp>
      <p:pic>
        <p:nvPicPr>
          <p:cNvPr id="5" name="Picture 4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250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AI Insights &amp;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The system converts operational data into actionable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Detects inventory risk automatically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Flags delayed suppliers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Recommends reorder quantities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Supports faster operational response</a:t>
            </a:r>
          </a:p>
        </p:txBody>
      </p:sp>
      <p:pic>
        <p:nvPicPr>
          <p:cNvPr id="5" name="Picture 4" descr="Pict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678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Procurement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Operational analytics help identify trends and supplier risks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Spend by supplier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Supplier delivery performance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Delayed purchase orders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Inventory risk visualization</a:t>
            </a:r>
          </a:p>
        </p:txBody>
      </p:sp>
      <p:pic>
        <p:nvPicPr>
          <p:cNvPr id="5" name="Picture 4" descr="Pict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1382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Detailed Procurement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Managers can drill into detailed procurement and inventory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Current stock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Reorder point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Safety stock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Recommended order quantity</a:t>
            </a:r>
          </a:p>
        </p:txBody>
      </p:sp>
      <p:pic>
        <p:nvPicPr>
          <p:cNvPr id="5" name="Picture 4" descr="Pi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430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KPI Reports &amp; Slack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The platform generates reports automatically and sends them to Slack.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Weekly KPI reports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Operations PDF reports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Automated Slack uploads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Cron-based scheduling</a:t>
            </a:r>
          </a:p>
        </p:txBody>
      </p:sp>
      <p:pic>
        <p:nvPicPr>
          <p:cNvPr id="5" name="Picture 4" descr="Pict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6452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Managers interact with the platform using natural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“Which items need reorder?”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“Which suppliers are causing delays?”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“Generate weekly operations report”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“Where is procurement spend highest?”</a:t>
            </a:r>
          </a:p>
        </p:txBody>
      </p:sp>
      <p:pic>
        <p:nvPicPr>
          <p:cNvPr id="5" name="Picture 4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250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Built using modern AI and backend technologies.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FastAPI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PostgreSQL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Streamlit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MCP tools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Slack API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Python and ReportLab</a:t>
            </a:r>
          </a:p>
        </p:txBody>
      </p:sp>
      <p:pic>
        <p:nvPicPr>
          <p:cNvPr id="5" name="Picture 4" descr="Pict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138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18096"/>
                </a:solidFill>
              </a:rPr>
              <a:t>The platform improves visibility, automation, and operational awareness.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Faster procurement decisions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Reduced manual reporting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Better supplier monitoring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Improved inventory management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Centralized operational visibility</a:t>
            </a:r>
          </a:p>
        </p:txBody>
      </p:sp>
      <p:pic>
        <p:nvPicPr>
          <p:cNvPr id="5" name="Picture 4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2250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5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AI Procurement Control Tower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